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5" d="100"/>
          <a:sy n="55" d="100"/>
        </p:scale>
        <p:origin x="10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A17AE-376B-48E4-737A-0B145ED10F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2A06FFC-75E9-D952-BFB7-6146F8D164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CF5F655-4F45-AD34-979F-82E7C70C933D}"/>
              </a:ext>
            </a:extLst>
          </p:cNvPr>
          <p:cNvSpPr>
            <a:spLocks noGrp="1"/>
          </p:cNvSpPr>
          <p:nvPr>
            <p:ph type="dt" sz="half" idx="10"/>
          </p:nvPr>
        </p:nvSpPr>
        <p:spPr/>
        <p:txBody>
          <a:bodyPr/>
          <a:lstStyle/>
          <a:p>
            <a:fld id="{55B4321B-FEEE-4483-A4DF-707B932CD55D}" type="datetimeFigureOut">
              <a:rPr lang="en-IN" smtClean="0"/>
              <a:t>16-04-2026</a:t>
            </a:fld>
            <a:endParaRPr lang="en-IN"/>
          </a:p>
        </p:txBody>
      </p:sp>
      <p:sp>
        <p:nvSpPr>
          <p:cNvPr id="5" name="Footer Placeholder 4">
            <a:extLst>
              <a:ext uri="{FF2B5EF4-FFF2-40B4-BE49-F238E27FC236}">
                <a16:creationId xmlns:a16="http://schemas.microsoft.com/office/drawing/2014/main" id="{C2C10034-78E2-B779-D9A8-60E21E099D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4E6DC4-5F55-6557-7877-6BFE28141B10}"/>
              </a:ext>
            </a:extLst>
          </p:cNvPr>
          <p:cNvSpPr>
            <a:spLocks noGrp="1"/>
          </p:cNvSpPr>
          <p:nvPr>
            <p:ph type="sldNum" sz="quarter" idx="12"/>
          </p:nvPr>
        </p:nvSpPr>
        <p:spPr/>
        <p:txBody>
          <a:bodyPr/>
          <a:lstStyle/>
          <a:p>
            <a:fld id="{404D4F4D-2DB2-45E4-A381-EACE2AA1C453}" type="slidenum">
              <a:rPr lang="en-IN" smtClean="0"/>
              <a:t>‹#›</a:t>
            </a:fld>
            <a:endParaRPr lang="en-IN"/>
          </a:p>
        </p:txBody>
      </p:sp>
    </p:spTree>
    <p:extLst>
      <p:ext uri="{BB962C8B-B14F-4D97-AF65-F5344CB8AC3E}">
        <p14:creationId xmlns:p14="http://schemas.microsoft.com/office/powerpoint/2010/main" val="3142703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F8290-4109-4563-63C4-639939A741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6882A6-DB1A-4CF2-DF5E-19FAD1294B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2AA808-2046-F671-40D8-00D8DE240DC7}"/>
              </a:ext>
            </a:extLst>
          </p:cNvPr>
          <p:cNvSpPr>
            <a:spLocks noGrp="1"/>
          </p:cNvSpPr>
          <p:nvPr>
            <p:ph type="dt" sz="half" idx="10"/>
          </p:nvPr>
        </p:nvSpPr>
        <p:spPr/>
        <p:txBody>
          <a:bodyPr/>
          <a:lstStyle/>
          <a:p>
            <a:fld id="{55B4321B-FEEE-4483-A4DF-707B932CD55D}" type="datetimeFigureOut">
              <a:rPr lang="en-IN" smtClean="0"/>
              <a:t>16-04-2026</a:t>
            </a:fld>
            <a:endParaRPr lang="en-IN"/>
          </a:p>
        </p:txBody>
      </p:sp>
      <p:sp>
        <p:nvSpPr>
          <p:cNvPr id="5" name="Footer Placeholder 4">
            <a:extLst>
              <a:ext uri="{FF2B5EF4-FFF2-40B4-BE49-F238E27FC236}">
                <a16:creationId xmlns:a16="http://schemas.microsoft.com/office/drawing/2014/main" id="{9322EA33-B948-5E81-C2C1-1692188DA8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9E5512-8D84-F47C-390A-C04B477FBAA2}"/>
              </a:ext>
            </a:extLst>
          </p:cNvPr>
          <p:cNvSpPr>
            <a:spLocks noGrp="1"/>
          </p:cNvSpPr>
          <p:nvPr>
            <p:ph type="sldNum" sz="quarter" idx="12"/>
          </p:nvPr>
        </p:nvSpPr>
        <p:spPr/>
        <p:txBody>
          <a:bodyPr/>
          <a:lstStyle/>
          <a:p>
            <a:fld id="{404D4F4D-2DB2-45E4-A381-EACE2AA1C453}" type="slidenum">
              <a:rPr lang="en-IN" smtClean="0"/>
              <a:t>‹#›</a:t>
            </a:fld>
            <a:endParaRPr lang="en-IN"/>
          </a:p>
        </p:txBody>
      </p:sp>
    </p:spTree>
    <p:extLst>
      <p:ext uri="{BB962C8B-B14F-4D97-AF65-F5344CB8AC3E}">
        <p14:creationId xmlns:p14="http://schemas.microsoft.com/office/powerpoint/2010/main" val="685221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720A7-803F-FC8F-21D0-CB7334D07F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177B08D-6A1E-E29B-FC42-F28D1FEA7C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75B208-EDB2-9880-7BCD-51B87B054A43}"/>
              </a:ext>
            </a:extLst>
          </p:cNvPr>
          <p:cNvSpPr>
            <a:spLocks noGrp="1"/>
          </p:cNvSpPr>
          <p:nvPr>
            <p:ph type="dt" sz="half" idx="10"/>
          </p:nvPr>
        </p:nvSpPr>
        <p:spPr/>
        <p:txBody>
          <a:bodyPr/>
          <a:lstStyle/>
          <a:p>
            <a:fld id="{55B4321B-FEEE-4483-A4DF-707B932CD55D}" type="datetimeFigureOut">
              <a:rPr lang="en-IN" smtClean="0"/>
              <a:t>16-04-2026</a:t>
            </a:fld>
            <a:endParaRPr lang="en-IN"/>
          </a:p>
        </p:txBody>
      </p:sp>
      <p:sp>
        <p:nvSpPr>
          <p:cNvPr id="5" name="Footer Placeholder 4">
            <a:extLst>
              <a:ext uri="{FF2B5EF4-FFF2-40B4-BE49-F238E27FC236}">
                <a16:creationId xmlns:a16="http://schemas.microsoft.com/office/drawing/2014/main" id="{68081875-5998-1769-0C46-D71563A775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75D5A7-216A-7FF4-87F0-23704D0634D9}"/>
              </a:ext>
            </a:extLst>
          </p:cNvPr>
          <p:cNvSpPr>
            <a:spLocks noGrp="1"/>
          </p:cNvSpPr>
          <p:nvPr>
            <p:ph type="sldNum" sz="quarter" idx="12"/>
          </p:nvPr>
        </p:nvSpPr>
        <p:spPr/>
        <p:txBody>
          <a:bodyPr/>
          <a:lstStyle/>
          <a:p>
            <a:fld id="{404D4F4D-2DB2-45E4-A381-EACE2AA1C453}" type="slidenum">
              <a:rPr lang="en-IN" smtClean="0"/>
              <a:t>‹#›</a:t>
            </a:fld>
            <a:endParaRPr lang="en-IN"/>
          </a:p>
        </p:txBody>
      </p:sp>
    </p:spTree>
    <p:extLst>
      <p:ext uri="{BB962C8B-B14F-4D97-AF65-F5344CB8AC3E}">
        <p14:creationId xmlns:p14="http://schemas.microsoft.com/office/powerpoint/2010/main" val="1996099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DFD9A-1FC8-D3E3-1D74-888CA422DF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DAEE32-1147-6ACB-0BC5-578260A074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FE40DDE-7C4E-B433-A860-A1ABDE6390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215A275-DA17-5FBE-9216-1B5FA46F4930}"/>
              </a:ext>
            </a:extLst>
          </p:cNvPr>
          <p:cNvSpPr>
            <a:spLocks noGrp="1"/>
          </p:cNvSpPr>
          <p:nvPr>
            <p:ph type="dt" sz="half" idx="10"/>
          </p:nvPr>
        </p:nvSpPr>
        <p:spPr/>
        <p:txBody>
          <a:bodyPr/>
          <a:lstStyle/>
          <a:p>
            <a:fld id="{55B4321B-FEEE-4483-A4DF-707B932CD55D}" type="datetimeFigureOut">
              <a:rPr lang="en-IN" smtClean="0"/>
              <a:t>16-04-2026</a:t>
            </a:fld>
            <a:endParaRPr lang="en-IN"/>
          </a:p>
        </p:txBody>
      </p:sp>
      <p:sp>
        <p:nvSpPr>
          <p:cNvPr id="6" name="Footer Placeholder 5">
            <a:extLst>
              <a:ext uri="{FF2B5EF4-FFF2-40B4-BE49-F238E27FC236}">
                <a16:creationId xmlns:a16="http://schemas.microsoft.com/office/drawing/2014/main" id="{D4878EF3-A7D6-86EA-606A-0302B8A1C0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599DA6-9A6C-F1BC-FD83-98A3CDCCAD6C}"/>
              </a:ext>
            </a:extLst>
          </p:cNvPr>
          <p:cNvSpPr>
            <a:spLocks noGrp="1"/>
          </p:cNvSpPr>
          <p:nvPr>
            <p:ph type="sldNum" sz="quarter" idx="12"/>
          </p:nvPr>
        </p:nvSpPr>
        <p:spPr/>
        <p:txBody>
          <a:bodyPr/>
          <a:lstStyle/>
          <a:p>
            <a:fld id="{404D4F4D-2DB2-45E4-A381-EACE2AA1C453}" type="slidenum">
              <a:rPr lang="en-IN" smtClean="0"/>
              <a:t>‹#›</a:t>
            </a:fld>
            <a:endParaRPr lang="en-IN"/>
          </a:p>
        </p:txBody>
      </p:sp>
    </p:spTree>
    <p:extLst>
      <p:ext uri="{BB962C8B-B14F-4D97-AF65-F5344CB8AC3E}">
        <p14:creationId xmlns:p14="http://schemas.microsoft.com/office/powerpoint/2010/main" val="121765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4DE23-F882-F342-8DFB-6943F1BE40C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B925C1-8844-C754-4D96-841D4ED496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B0C019-6E8C-8FCC-4ADF-77AC582D48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3241021-6E13-BFFA-A250-63253BF526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29AA48-4748-8C53-69D2-C83486E39D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DCEE083-6632-3D1D-DAF8-543F088AAC99}"/>
              </a:ext>
            </a:extLst>
          </p:cNvPr>
          <p:cNvSpPr>
            <a:spLocks noGrp="1"/>
          </p:cNvSpPr>
          <p:nvPr>
            <p:ph type="dt" sz="half" idx="10"/>
          </p:nvPr>
        </p:nvSpPr>
        <p:spPr/>
        <p:txBody>
          <a:bodyPr/>
          <a:lstStyle/>
          <a:p>
            <a:fld id="{55B4321B-FEEE-4483-A4DF-707B932CD55D}" type="datetimeFigureOut">
              <a:rPr lang="en-IN" smtClean="0"/>
              <a:t>16-04-2026</a:t>
            </a:fld>
            <a:endParaRPr lang="en-IN"/>
          </a:p>
        </p:txBody>
      </p:sp>
      <p:sp>
        <p:nvSpPr>
          <p:cNvPr id="8" name="Footer Placeholder 7">
            <a:extLst>
              <a:ext uri="{FF2B5EF4-FFF2-40B4-BE49-F238E27FC236}">
                <a16:creationId xmlns:a16="http://schemas.microsoft.com/office/drawing/2014/main" id="{F515F6FC-A0F5-F1D9-026B-12CABAF0274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55B9A1D-BB0A-9E67-04CF-E63A439E1CEC}"/>
              </a:ext>
            </a:extLst>
          </p:cNvPr>
          <p:cNvSpPr>
            <a:spLocks noGrp="1"/>
          </p:cNvSpPr>
          <p:nvPr>
            <p:ph type="sldNum" sz="quarter" idx="12"/>
          </p:nvPr>
        </p:nvSpPr>
        <p:spPr/>
        <p:txBody>
          <a:bodyPr/>
          <a:lstStyle/>
          <a:p>
            <a:fld id="{404D4F4D-2DB2-45E4-A381-EACE2AA1C453}" type="slidenum">
              <a:rPr lang="en-IN" smtClean="0"/>
              <a:t>‹#›</a:t>
            </a:fld>
            <a:endParaRPr lang="en-IN"/>
          </a:p>
        </p:txBody>
      </p:sp>
    </p:spTree>
    <p:extLst>
      <p:ext uri="{BB962C8B-B14F-4D97-AF65-F5344CB8AC3E}">
        <p14:creationId xmlns:p14="http://schemas.microsoft.com/office/powerpoint/2010/main" val="40229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964D9-734B-0601-7B98-3BA99AA3543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46AD1B9-8A54-B243-D42A-E68B5AD4AB00}"/>
              </a:ext>
            </a:extLst>
          </p:cNvPr>
          <p:cNvSpPr>
            <a:spLocks noGrp="1"/>
          </p:cNvSpPr>
          <p:nvPr>
            <p:ph type="dt" sz="half" idx="10"/>
          </p:nvPr>
        </p:nvSpPr>
        <p:spPr/>
        <p:txBody>
          <a:bodyPr/>
          <a:lstStyle/>
          <a:p>
            <a:fld id="{55B4321B-FEEE-4483-A4DF-707B932CD55D}" type="datetimeFigureOut">
              <a:rPr lang="en-IN" smtClean="0"/>
              <a:t>16-04-2026</a:t>
            </a:fld>
            <a:endParaRPr lang="en-IN"/>
          </a:p>
        </p:txBody>
      </p:sp>
      <p:sp>
        <p:nvSpPr>
          <p:cNvPr id="4" name="Footer Placeholder 3">
            <a:extLst>
              <a:ext uri="{FF2B5EF4-FFF2-40B4-BE49-F238E27FC236}">
                <a16:creationId xmlns:a16="http://schemas.microsoft.com/office/drawing/2014/main" id="{FA1EF5FB-D4CA-5556-37E2-0F0620E96F3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045E85F-F0A6-C009-96C9-93822099C0B0}"/>
              </a:ext>
            </a:extLst>
          </p:cNvPr>
          <p:cNvSpPr>
            <a:spLocks noGrp="1"/>
          </p:cNvSpPr>
          <p:nvPr>
            <p:ph type="sldNum" sz="quarter" idx="12"/>
          </p:nvPr>
        </p:nvSpPr>
        <p:spPr/>
        <p:txBody>
          <a:bodyPr/>
          <a:lstStyle/>
          <a:p>
            <a:fld id="{404D4F4D-2DB2-45E4-A381-EACE2AA1C453}" type="slidenum">
              <a:rPr lang="en-IN" smtClean="0"/>
              <a:t>‹#›</a:t>
            </a:fld>
            <a:endParaRPr lang="en-IN"/>
          </a:p>
        </p:txBody>
      </p:sp>
    </p:spTree>
    <p:extLst>
      <p:ext uri="{BB962C8B-B14F-4D97-AF65-F5344CB8AC3E}">
        <p14:creationId xmlns:p14="http://schemas.microsoft.com/office/powerpoint/2010/main" val="5249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887E33-A3B0-2F61-71AC-7B3F757CFBA0}"/>
              </a:ext>
            </a:extLst>
          </p:cNvPr>
          <p:cNvSpPr>
            <a:spLocks noGrp="1"/>
          </p:cNvSpPr>
          <p:nvPr>
            <p:ph type="dt" sz="half" idx="10"/>
          </p:nvPr>
        </p:nvSpPr>
        <p:spPr/>
        <p:txBody>
          <a:bodyPr/>
          <a:lstStyle/>
          <a:p>
            <a:fld id="{55B4321B-FEEE-4483-A4DF-707B932CD55D}" type="datetimeFigureOut">
              <a:rPr lang="en-IN" smtClean="0"/>
              <a:t>16-04-2026</a:t>
            </a:fld>
            <a:endParaRPr lang="en-IN"/>
          </a:p>
        </p:txBody>
      </p:sp>
      <p:sp>
        <p:nvSpPr>
          <p:cNvPr id="3" name="Footer Placeholder 2">
            <a:extLst>
              <a:ext uri="{FF2B5EF4-FFF2-40B4-BE49-F238E27FC236}">
                <a16:creationId xmlns:a16="http://schemas.microsoft.com/office/drawing/2014/main" id="{F9B19180-CC6A-59A0-F2DC-8F7D8771F1B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6B023D0-2D4C-11C3-6A53-A99E522CEB1D}"/>
              </a:ext>
            </a:extLst>
          </p:cNvPr>
          <p:cNvSpPr>
            <a:spLocks noGrp="1"/>
          </p:cNvSpPr>
          <p:nvPr>
            <p:ph type="sldNum" sz="quarter" idx="12"/>
          </p:nvPr>
        </p:nvSpPr>
        <p:spPr/>
        <p:txBody>
          <a:bodyPr/>
          <a:lstStyle/>
          <a:p>
            <a:fld id="{404D4F4D-2DB2-45E4-A381-EACE2AA1C453}" type="slidenum">
              <a:rPr lang="en-IN" smtClean="0"/>
              <a:t>‹#›</a:t>
            </a:fld>
            <a:endParaRPr lang="en-IN"/>
          </a:p>
        </p:txBody>
      </p:sp>
    </p:spTree>
    <p:extLst>
      <p:ext uri="{BB962C8B-B14F-4D97-AF65-F5344CB8AC3E}">
        <p14:creationId xmlns:p14="http://schemas.microsoft.com/office/powerpoint/2010/main" val="2836073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5BBC7-5967-16E5-5409-CCDABEEEFE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86369DC-B1DD-E51C-8DFB-A8438F4807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FCB6E3A-1BB9-3AD8-430D-D7C71ABF9A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17390D-7CF1-261E-73CC-509E68DEB9E9}"/>
              </a:ext>
            </a:extLst>
          </p:cNvPr>
          <p:cNvSpPr>
            <a:spLocks noGrp="1"/>
          </p:cNvSpPr>
          <p:nvPr>
            <p:ph type="dt" sz="half" idx="10"/>
          </p:nvPr>
        </p:nvSpPr>
        <p:spPr/>
        <p:txBody>
          <a:bodyPr/>
          <a:lstStyle/>
          <a:p>
            <a:fld id="{55B4321B-FEEE-4483-A4DF-707B932CD55D}" type="datetimeFigureOut">
              <a:rPr lang="en-IN" smtClean="0"/>
              <a:t>16-04-2026</a:t>
            </a:fld>
            <a:endParaRPr lang="en-IN"/>
          </a:p>
        </p:txBody>
      </p:sp>
      <p:sp>
        <p:nvSpPr>
          <p:cNvPr id="6" name="Footer Placeholder 5">
            <a:extLst>
              <a:ext uri="{FF2B5EF4-FFF2-40B4-BE49-F238E27FC236}">
                <a16:creationId xmlns:a16="http://schemas.microsoft.com/office/drawing/2014/main" id="{1C45775F-E085-61D4-CC55-D7465CAD59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A897F3-A434-6EFB-7630-A1CADEA64680}"/>
              </a:ext>
            </a:extLst>
          </p:cNvPr>
          <p:cNvSpPr>
            <a:spLocks noGrp="1"/>
          </p:cNvSpPr>
          <p:nvPr>
            <p:ph type="sldNum" sz="quarter" idx="12"/>
          </p:nvPr>
        </p:nvSpPr>
        <p:spPr/>
        <p:txBody>
          <a:bodyPr/>
          <a:lstStyle/>
          <a:p>
            <a:fld id="{404D4F4D-2DB2-45E4-A381-EACE2AA1C453}" type="slidenum">
              <a:rPr lang="en-IN" smtClean="0"/>
              <a:t>‹#›</a:t>
            </a:fld>
            <a:endParaRPr lang="en-IN"/>
          </a:p>
        </p:txBody>
      </p:sp>
    </p:spTree>
    <p:extLst>
      <p:ext uri="{BB962C8B-B14F-4D97-AF65-F5344CB8AC3E}">
        <p14:creationId xmlns:p14="http://schemas.microsoft.com/office/powerpoint/2010/main" val="2886699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2975E-9FF7-44A0-2B0A-2C961993AD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FBF9D2-2DA3-FADC-33DA-ACBD55B671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B1C4D7-863D-110E-5FC2-809E97E8E7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0F05F-2D70-6FFA-C1C5-8A6D6B6E015C}"/>
              </a:ext>
            </a:extLst>
          </p:cNvPr>
          <p:cNvSpPr>
            <a:spLocks noGrp="1"/>
          </p:cNvSpPr>
          <p:nvPr>
            <p:ph type="dt" sz="half" idx="10"/>
          </p:nvPr>
        </p:nvSpPr>
        <p:spPr/>
        <p:txBody>
          <a:bodyPr/>
          <a:lstStyle/>
          <a:p>
            <a:fld id="{55B4321B-FEEE-4483-A4DF-707B932CD55D}" type="datetimeFigureOut">
              <a:rPr lang="en-IN" smtClean="0"/>
              <a:t>16-04-2026</a:t>
            </a:fld>
            <a:endParaRPr lang="en-IN"/>
          </a:p>
        </p:txBody>
      </p:sp>
      <p:sp>
        <p:nvSpPr>
          <p:cNvPr id="6" name="Footer Placeholder 5">
            <a:extLst>
              <a:ext uri="{FF2B5EF4-FFF2-40B4-BE49-F238E27FC236}">
                <a16:creationId xmlns:a16="http://schemas.microsoft.com/office/drawing/2014/main" id="{4A1D390E-BD3E-29A8-144B-E61D4C236A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A37940-BFEF-6EA4-590B-86D989B4F011}"/>
              </a:ext>
            </a:extLst>
          </p:cNvPr>
          <p:cNvSpPr>
            <a:spLocks noGrp="1"/>
          </p:cNvSpPr>
          <p:nvPr>
            <p:ph type="sldNum" sz="quarter" idx="12"/>
          </p:nvPr>
        </p:nvSpPr>
        <p:spPr/>
        <p:txBody>
          <a:bodyPr/>
          <a:lstStyle/>
          <a:p>
            <a:fld id="{404D4F4D-2DB2-45E4-A381-EACE2AA1C453}" type="slidenum">
              <a:rPr lang="en-IN" smtClean="0"/>
              <a:t>‹#›</a:t>
            </a:fld>
            <a:endParaRPr lang="en-IN"/>
          </a:p>
        </p:txBody>
      </p:sp>
    </p:spTree>
    <p:extLst>
      <p:ext uri="{BB962C8B-B14F-4D97-AF65-F5344CB8AC3E}">
        <p14:creationId xmlns:p14="http://schemas.microsoft.com/office/powerpoint/2010/main" val="3897449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DC138-3B26-E8EC-9A81-0B9C15998E9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650A67-EDDC-EAE6-E8FF-1952D2EF3E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799CB9-A8D0-AFAD-A5D5-96E0EA02ED52}"/>
              </a:ext>
            </a:extLst>
          </p:cNvPr>
          <p:cNvSpPr>
            <a:spLocks noGrp="1"/>
          </p:cNvSpPr>
          <p:nvPr>
            <p:ph type="dt" sz="half" idx="10"/>
          </p:nvPr>
        </p:nvSpPr>
        <p:spPr/>
        <p:txBody>
          <a:bodyPr/>
          <a:lstStyle/>
          <a:p>
            <a:fld id="{55B4321B-FEEE-4483-A4DF-707B932CD55D}" type="datetimeFigureOut">
              <a:rPr lang="en-IN" smtClean="0"/>
              <a:t>16-04-2026</a:t>
            </a:fld>
            <a:endParaRPr lang="en-IN"/>
          </a:p>
        </p:txBody>
      </p:sp>
      <p:sp>
        <p:nvSpPr>
          <p:cNvPr id="5" name="Footer Placeholder 4">
            <a:extLst>
              <a:ext uri="{FF2B5EF4-FFF2-40B4-BE49-F238E27FC236}">
                <a16:creationId xmlns:a16="http://schemas.microsoft.com/office/drawing/2014/main" id="{0CE4F069-88EF-D97D-76CC-FC12932D97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D2CA3E-1831-685A-6EE2-69A06FB5A2F0}"/>
              </a:ext>
            </a:extLst>
          </p:cNvPr>
          <p:cNvSpPr>
            <a:spLocks noGrp="1"/>
          </p:cNvSpPr>
          <p:nvPr>
            <p:ph type="sldNum" sz="quarter" idx="12"/>
          </p:nvPr>
        </p:nvSpPr>
        <p:spPr/>
        <p:txBody>
          <a:bodyPr/>
          <a:lstStyle/>
          <a:p>
            <a:fld id="{404D4F4D-2DB2-45E4-A381-EACE2AA1C453}" type="slidenum">
              <a:rPr lang="en-IN" smtClean="0"/>
              <a:t>‹#›</a:t>
            </a:fld>
            <a:endParaRPr lang="en-IN"/>
          </a:p>
        </p:txBody>
      </p:sp>
    </p:spTree>
    <p:extLst>
      <p:ext uri="{BB962C8B-B14F-4D97-AF65-F5344CB8AC3E}">
        <p14:creationId xmlns:p14="http://schemas.microsoft.com/office/powerpoint/2010/main" val="1147715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7A0C7-F339-799B-051E-5062430578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58A875-C455-F0BA-9F4E-03C8B7519E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C55310-A05D-5795-B592-B50E94ED3FBD}"/>
              </a:ext>
            </a:extLst>
          </p:cNvPr>
          <p:cNvSpPr>
            <a:spLocks noGrp="1"/>
          </p:cNvSpPr>
          <p:nvPr>
            <p:ph type="dt" sz="half" idx="10"/>
          </p:nvPr>
        </p:nvSpPr>
        <p:spPr/>
        <p:txBody>
          <a:bodyPr/>
          <a:lstStyle/>
          <a:p>
            <a:fld id="{55B4321B-FEEE-4483-A4DF-707B932CD55D}" type="datetimeFigureOut">
              <a:rPr lang="en-IN" smtClean="0"/>
              <a:t>16-04-2026</a:t>
            </a:fld>
            <a:endParaRPr lang="en-IN"/>
          </a:p>
        </p:txBody>
      </p:sp>
      <p:sp>
        <p:nvSpPr>
          <p:cNvPr id="5" name="Footer Placeholder 4">
            <a:extLst>
              <a:ext uri="{FF2B5EF4-FFF2-40B4-BE49-F238E27FC236}">
                <a16:creationId xmlns:a16="http://schemas.microsoft.com/office/drawing/2014/main" id="{D07A0701-6CFA-9BFB-7396-6DD64020D9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1C835C-9688-B7B3-E081-644ADB458348}"/>
              </a:ext>
            </a:extLst>
          </p:cNvPr>
          <p:cNvSpPr>
            <a:spLocks noGrp="1"/>
          </p:cNvSpPr>
          <p:nvPr>
            <p:ph type="sldNum" sz="quarter" idx="12"/>
          </p:nvPr>
        </p:nvSpPr>
        <p:spPr/>
        <p:txBody>
          <a:bodyPr/>
          <a:lstStyle/>
          <a:p>
            <a:fld id="{404D4F4D-2DB2-45E4-A381-EACE2AA1C453}" type="slidenum">
              <a:rPr lang="en-IN" smtClean="0"/>
              <a:t>‹#›</a:t>
            </a:fld>
            <a:endParaRPr lang="en-IN"/>
          </a:p>
        </p:txBody>
      </p:sp>
    </p:spTree>
    <p:extLst>
      <p:ext uri="{BB962C8B-B14F-4D97-AF65-F5344CB8AC3E}">
        <p14:creationId xmlns:p14="http://schemas.microsoft.com/office/powerpoint/2010/main" val="144916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6490C2-E17A-A076-48A4-883241924D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2E958C-E1A5-E9BB-C012-FCE5EB6FD0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1E5C3E-7F3C-F2AC-B4E8-60C6B7575A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B4321B-FEEE-4483-A4DF-707B932CD55D}" type="datetimeFigureOut">
              <a:rPr lang="en-IN" smtClean="0"/>
              <a:t>16-04-2026</a:t>
            </a:fld>
            <a:endParaRPr lang="en-IN"/>
          </a:p>
        </p:txBody>
      </p:sp>
      <p:sp>
        <p:nvSpPr>
          <p:cNvPr id="5" name="Footer Placeholder 4">
            <a:extLst>
              <a:ext uri="{FF2B5EF4-FFF2-40B4-BE49-F238E27FC236}">
                <a16:creationId xmlns:a16="http://schemas.microsoft.com/office/drawing/2014/main" id="{473913C6-E2E6-D226-418C-FA3F157EDA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30BDD27-2BE4-4420-31E6-49069BDDF4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4D4F4D-2DB2-45E4-A381-EACE2AA1C453}" type="slidenum">
              <a:rPr lang="en-IN" smtClean="0"/>
              <a:t>‹#›</a:t>
            </a:fld>
            <a:endParaRPr lang="en-IN"/>
          </a:p>
        </p:txBody>
      </p:sp>
    </p:spTree>
    <p:extLst>
      <p:ext uri="{BB962C8B-B14F-4D97-AF65-F5344CB8AC3E}">
        <p14:creationId xmlns:p14="http://schemas.microsoft.com/office/powerpoint/2010/main" val="3590162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7D76-5086-5961-9173-E95849117080}"/>
              </a:ext>
            </a:extLst>
          </p:cNvPr>
          <p:cNvSpPr>
            <a:spLocks noGrp="1"/>
          </p:cNvSpPr>
          <p:nvPr>
            <p:ph type="ctrTitle"/>
          </p:nvPr>
        </p:nvSpPr>
        <p:spPr>
          <a:xfrm>
            <a:off x="1480457" y="1142999"/>
            <a:ext cx="9187543" cy="587829"/>
          </a:xfrm>
        </p:spPr>
        <p:txBody>
          <a:bodyPr>
            <a:noAutofit/>
          </a:bodyPr>
          <a:lstStyle/>
          <a:p>
            <a:r>
              <a:rPr lang="en-US" sz="5400" u="sng" dirty="0">
                <a:effectLst>
                  <a:outerShdw blurRad="38100" dist="38100" dir="2700000" algn="tl">
                    <a:srgbClr val="000000">
                      <a:alpha val="43137"/>
                    </a:srgbClr>
                  </a:outerShdw>
                </a:effectLst>
                <a:latin typeface="Bahnschrift SemiBold Condensed" panose="020B0502040204020203" pitchFamily="34" charset="0"/>
              </a:rPr>
              <a:t>SKIN DISEASE DETECTION USING PYTHON AND DEEP LEARNING</a:t>
            </a:r>
            <a:endParaRPr lang="en-IN" sz="5400" u="sng" dirty="0">
              <a:effectLst>
                <a:outerShdw blurRad="38100" dist="38100" dir="2700000" algn="tl">
                  <a:srgbClr val="000000">
                    <a:alpha val="43137"/>
                  </a:srgbClr>
                </a:outerShdw>
              </a:effectLst>
              <a:latin typeface="Bahnschrift SemiBold Condensed" panose="020B0502040204020203" pitchFamily="34" charset="0"/>
            </a:endParaRPr>
          </a:p>
        </p:txBody>
      </p:sp>
      <p:sp>
        <p:nvSpPr>
          <p:cNvPr id="3" name="Subtitle 2">
            <a:extLst>
              <a:ext uri="{FF2B5EF4-FFF2-40B4-BE49-F238E27FC236}">
                <a16:creationId xmlns:a16="http://schemas.microsoft.com/office/drawing/2014/main" id="{0374FB65-2A9A-BF7C-0DC3-E694F4559093}"/>
              </a:ext>
            </a:extLst>
          </p:cNvPr>
          <p:cNvSpPr>
            <a:spLocks noGrp="1"/>
          </p:cNvSpPr>
          <p:nvPr>
            <p:ph type="subTitle" idx="1"/>
          </p:nvPr>
        </p:nvSpPr>
        <p:spPr>
          <a:xfrm>
            <a:off x="0" y="1730828"/>
            <a:ext cx="12192000" cy="5802086"/>
          </a:xfrm>
        </p:spPr>
        <p:txBody>
          <a:bodyPr>
            <a:normAutofit fontScale="92500" lnSpcReduction="20000"/>
          </a:bodyPr>
          <a:lstStyle/>
          <a:p>
            <a:pPr lvl="1" algn="just"/>
            <a:r>
              <a:rPr lang="en-US" sz="2200" dirty="0">
                <a:latin typeface="Arial Rounded MT Bold" panose="020F0704030504030204" pitchFamily="34" charset="0"/>
                <a:cs typeface="Arial" panose="020B0604020202020204" pitchFamily="34" charset="0"/>
              </a:rPr>
              <a:t>ABSTRACT:</a:t>
            </a:r>
          </a:p>
          <a:p>
            <a:pPr lvl="1" algn="just"/>
            <a:r>
              <a:rPr lang="en-US" sz="1600" dirty="0">
                <a:latin typeface="Arial Rounded MT Bold" panose="020F0704030504030204" pitchFamily="34" charset="0"/>
                <a:cs typeface="Arial" panose="020B0604020202020204" pitchFamily="34" charset="0"/>
              </a:rPr>
              <a:t>Skin diseases </a:t>
            </a:r>
            <a:r>
              <a:rPr lang="en-US" sz="1600" dirty="0">
                <a:latin typeface="Arial" panose="020B0604020202020204" pitchFamily="34" charset="0"/>
                <a:cs typeface="Arial" panose="020B0604020202020204" pitchFamily="34" charset="0"/>
              </a:rPr>
              <a:t>such as Eczema, Psoriasis, </a:t>
            </a:r>
            <a:r>
              <a:rPr lang="en-US" sz="1600" dirty="0" err="1">
                <a:latin typeface="Arial" panose="020B0604020202020204" pitchFamily="34" charset="0"/>
                <a:cs typeface="Arial" panose="020B0604020202020204" pitchFamily="34" charset="0"/>
              </a:rPr>
              <a:t>Melanoma,Warts</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molluscum,Basal</a:t>
            </a:r>
            <a:r>
              <a:rPr lang="en-US" sz="1600" dirty="0">
                <a:latin typeface="Arial" panose="020B0604020202020204" pitchFamily="34" charset="0"/>
                <a:cs typeface="Arial" panose="020B0604020202020204" pitchFamily="34" charset="0"/>
              </a:rPr>
              <a:t> cell </a:t>
            </a:r>
            <a:r>
              <a:rPr lang="en-US" sz="1600" dirty="0" err="1">
                <a:latin typeface="Arial" panose="020B0604020202020204" pitchFamily="34" charset="0"/>
                <a:cs typeface="Arial" panose="020B0604020202020204" pitchFamily="34" charset="0"/>
              </a:rPr>
              <a:t>carcinoma,seborrheic</a:t>
            </a:r>
            <a:r>
              <a:rPr lang="en-US" sz="1600" dirty="0">
                <a:latin typeface="Arial" panose="020B0604020202020204" pitchFamily="34" charset="0"/>
                <a:cs typeface="Arial" panose="020B0604020202020204" pitchFamily="34" charset="0"/>
              </a:rPr>
              <a:t> keratose and Tinea Ringworm are among the most common health problems affecting people worldwide. These conditions can lead to serious complications if not diagnosed at an early stage. This mini project focuses on developing an automated skin disease detection system using </a:t>
            </a:r>
            <a:r>
              <a:rPr lang="en-US" sz="1600" dirty="0">
                <a:latin typeface="Arial Rounded MT Bold" panose="020F0704030504030204" pitchFamily="34" charset="0"/>
                <a:cs typeface="Arial" panose="020B0604020202020204" pitchFamily="34" charset="0"/>
              </a:rPr>
              <a:t>Python and Deep Learning</a:t>
            </a:r>
            <a:r>
              <a:rPr lang="en-US" sz="1600" dirty="0">
                <a:latin typeface="Arial" panose="020B0604020202020204" pitchFamily="34" charset="0"/>
                <a:cs typeface="Arial" panose="020B0604020202020204" pitchFamily="34" charset="0"/>
              </a:rPr>
              <a:t> techniques to enable early diagnosis from skin </a:t>
            </a:r>
            <a:r>
              <a:rPr lang="en-US" sz="1600" dirty="0" err="1">
                <a:latin typeface="Arial" panose="020B0604020202020204" pitchFamily="34" charset="0"/>
                <a:cs typeface="Arial" panose="020B0604020202020204" pitchFamily="34" charset="0"/>
              </a:rPr>
              <a:t>images.The</a:t>
            </a:r>
            <a:r>
              <a:rPr lang="en-US" sz="1600" dirty="0">
                <a:latin typeface="Arial" panose="020B0604020202020204" pitchFamily="34" charset="0"/>
                <a:cs typeface="Arial" panose="020B0604020202020204" pitchFamily="34" charset="0"/>
              </a:rPr>
              <a:t> objective of this system is to classify multiple skin diseases with high accuracy using Convolutional Neural Networks (</a:t>
            </a:r>
            <a:r>
              <a:rPr lang="en-US" sz="1600" dirty="0">
                <a:latin typeface="Arial Rounded MT Bold" panose="020F0704030504030204" pitchFamily="34" charset="0"/>
                <a:cs typeface="Arial" panose="020B0604020202020204" pitchFamily="34" charset="0"/>
              </a:rPr>
              <a:t>CNN</a:t>
            </a:r>
            <a:r>
              <a:rPr lang="en-US" sz="1600" dirty="0">
                <a:latin typeface="Arial" panose="020B0604020202020204" pitchFamily="34" charset="0"/>
                <a:cs typeface="Arial" panose="020B0604020202020204" pitchFamily="34" charset="0"/>
              </a:rPr>
              <a:t>). A dataset of labeled skin images is used to train the model. Various preprocessing techniques such as image resizing, noise reduction, normalization, and contrast enhancement are applied to improve image quality and model performance.</a:t>
            </a:r>
          </a:p>
          <a:p>
            <a:pPr lvl="1" algn="just"/>
            <a:r>
              <a:rPr lang="en-US" sz="1600" dirty="0">
                <a:latin typeface="Arial" panose="020B0604020202020204" pitchFamily="34" charset="0"/>
                <a:cs typeface="Arial" panose="020B0604020202020204" pitchFamily="34" charset="0"/>
              </a:rPr>
              <a:t>The system uses image processing methods to extract important features from skin images and then applies a trained deep learning model to predict the type of disease. The model is tested using new input images to evaluate its accuracy and </a:t>
            </a:r>
            <a:r>
              <a:rPr lang="en-US" sz="1600" dirty="0" err="1">
                <a:latin typeface="Arial" panose="020B0604020202020204" pitchFamily="34" charset="0"/>
                <a:cs typeface="Arial" panose="020B0604020202020204" pitchFamily="34" charset="0"/>
              </a:rPr>
              <a:t>reliability.In</a:t>
            </a:r>
            <a:r>
              <a:rPr lang="en-US" sz="1600" dirty="0">
                <a:latin typeface="Arial" panose="020B0604020202020204" pitchFamily="34" charset="0"/>
                <a:cs typeface="Arial" panose="020B0604020202020204" pitchFamily="34" charset="0"/>
              </a:rPr>
              <a:t> conclusion, the system is designed to provide a user-friendly interface where users can upload images of affected skin areas and receive predictions about possible diseases. This solution helps in early detection, reduces dependency on dermatologists, and supports medical professionals by acting as a decision support </a:t>
            </a:r>
            <a:r>
              <a:rPr lang="en-US" sz="1600" dirty="0" err="1">
                <a:latin typeface="Arial" panose="020B0604020202020204" pitchFamily="34" charset="0"/>
                <a:cs typeface="Arial" panose="020B0604020202020204" pitchFamily="34" charset="0"/>
              </a:rPr>
              <a:t>tool.This</a:t>
            </a:r>
            <a:r>
              <a:rPr lang="en-US" sz="1600" dirty="0">
                <a:latin typeface="Arial" panose="020B0604020202020204" pitchFamily="34" charset="0"/>
                <a:cs typeface="Arial" panose="020B0604020202020204" pitchFamily="34" charset="0"/>
              </a:rPr>
              <a:t> approach improves accessible healthcare by reducing cost and time, especially in remote areas where medical facilities are limited. It also paves the way for developing mobile based applications for real-time skin disease screening.</a:t>
            </a:r>
          </a:p>
          <a:p>
            <a:pPr lvl="1" algn="just"/>
            <a:r>
              <a:rPr lang="en-US" sz="1600" dirty="0">
                <a:latin typeface="Arial" panose="020B0604020202020204" pitchFamily="34" charset="0"/>
                <a:cs typeface="Arial" panose="020B0604020202020204" pitchFamily="34" charset="0"/>
              </a:rPr>
              <a:t>										</a:t>
            </a:r>
          </a:p>
          <a:p>
            <a:pPr lvl="1" algn="just"/>
            <a:r>
              <a:rPr lang="en-US" sz="1800" dirty="0">
                <a:latin typeface="Arial Rounded MT Bold" panose="020F0704030504030204" pitchFamily="34" charset="0"/>
                <a:cs typeface="Arial" panose="020B0604020202020204" pitchFamily="34" charset="0"/>
              </a:rPr>
              <a:t>TEAM MEMBERS:</a:t>
            </a:r>
          </a:p>
          <a:p>
            <a:pPr lvl="1" algn="just"/>
            <a:r>
              <a:rPr lang="en-US" sz="1600" dirty="0">
                <a:latin typeface="Arial" panose="020B0604020202020204" pitchFamily="34" charset="0"/>
                <a:cs typeface="Arial" panose="020B0604020202020204" pitchFamily="34" charset="0"/>
              </a:rPr>
              <a:t>THIRUVEEDULA SRAVANTHI    -Y23EC3257</a:t>
            </a:r>
          </a:p>
          <a:p>
            <a:pPr lvl="1" algn="just"/>
            <a:r>
              <a:rPr lang="en-US" sz="1600" dirty="0">
                <a:latin typeface="Arial" panose="020B0604020202020204" pitchFamily="34" charset="0"/>
                <a:cs typeface="Arial" panose="020B0604020202020204" pitchFamily="34" charset="0"/>
              </a:rPr>
              <a:t>LENKA RAMADEVI                     -Y23EC3230</a:t>
            </a:r>
          </a:p>
          <a:p>
            <a:pPr lvl="1" algn="just"/>
            <a:r>
              <a:rPr lang="en-US" sz="1600" dirty="0">
                <a:latin typeface="Arial" panose="020B0604020202020204" pitchFamily="34" charset="0"/>
                <a:cs typeface="Arial" panose="020B0604020202020204" pitchFamily="34" charset="0"/>
              </a:rPr>
              <a:t>KONETI LOKESHWARA RAJU   -Y23EC3227                                      </a:t>
            </a:r>
          </a:p>
          <a:p>
            <a:pPr lvl="1" algn="just"/>
            <a:r>
              <a:rPr lang="en-US" sz="1600" dirty="0">
                <a:latin typeface="Arial" panose="020B0604020202020204" pitchFamily="34" charset="0"/>
                <a:cs typeface="Arial" panose="020B0604020202020204" pitchFamily="34" charset="0"/>
              </a:rPr>
              <a:t>                                                                                                               </a:t>
            </a:r>
            <a:r>
              <a:rPr lang="en-US" sz="1800" dirty="0">
                <a:latin typeface="Arial Rounded MT Bold" panose="020F0704030504030204" pitchFamily="34" charset="0"/>
                <a:cs typeface="Arial" panose="020B0604020202020204" pitchFamily="34" charset="0"/>
              </a:rPr>
              <a:t>UNDER THE GUIDANCE OF:</a:t>
            </a:r>
          </a:p>
          <a:p>
            <a:pPr lvl="1" algn="just"/>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Dr.Ch.D.Uma</a:t>
            </a:r>
            <a:r>
              <a:rPr lang="en-US" sz="1600" dirty="0">
                <a:latin typeface="Arial" panose="020B0604020202020204" pitchFamily="34" charset="0"/>
                <a:cs typeface="Arial" panose="020B0604020202020204" pitchFamily="34" charset="0"/>
              </a:rPr>
              <a:t> Shankar </a:t>
            </a:r>
          </a:p>
          <a:p>
            <a:pPr lvl="1" algn="just"/>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M.Tech,PhD</a:t>
            </a:r>
            <a:endParaRPr lang="en-US" sz="1600" dirty="0">
              <a:latin typeface="Arial" panose="020B0604020202020204" pitchFamily="34" charset="0"/>
              <a:cs typeface="Arial" panose="020B0604020202020204" pitchFamily="34" charset="0"/>
            </a:endParaRPr>
          </a:p>
          <a:p>
            <a:pPr lvl="1" algn="just"/>
            <a:r>
              <a:rPr lang="en-US" sz="1600" dirty="0">
                <a:latin typeface="Arial" panose="020B0604020202020204" pitchFamily="34" charset="0"/>
                <a:cs typeface="Arial" panose="020B0604020202020204" pitchFamily="34" charset="0"/>
              </a:rPr>
              <a:t>                                                                                                                </a:t>
            </a:r>
            <a:r>
              <a:rPr lang="en-US" sz="1800" dirty="0">
                <a:latin typeface="Arial Rounded MT Bold" panose="020F0704030504030204" pitchFamily="34" charset="0"/>
                <a:cs typeface="Arial" panose="020B0604020202020204" pitchFamily="34" charset="0"/>
              </a:rPr>
              <a:t>HEAD OF THE DEPARTMENT:</a:t>
            </a:r>
          </a:p>
          <a:p>
            <a:pPr lvl="1" algn="just"/>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Dr.D.Akhila</a:t>
            </a:r>
            <a:r>
              <a:rPr lang="en-US" sz="1600" dirty="0">
                <a:latin typeface="Arial" panose="020B0604020202020204" pitchFamily="34" charset="0"/>
                <a:cs typeface="Arial" panose="020B0604020202020204" pitchFamily="34" charset="0"/>
              </a:rPr>
              <a:t> John</a:t>
            </a:r>
          </a:p>
          <a:p>
            <a:pPr lvl="1" algn="just"/>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M.Tech,PhD</a:t>
            </a:r>
            <a:endParaRPr lang="en-US" sz="1600" dirty="0">
              <a:latin typeface="Arial" panose="020B0604020202020204" pitchFamily="34" charset="0"/>
              <a:cs typeface="Arial" panose="020B0604020202020204" pitchFamily="34" charset="0"/>
            </a:endParaRPr>
          </a:p>
          <a:p>
            <a:pPr lvl="1" algn="just"/>
            <a:r>
              <a:rPr lang="en-US" sz="1600">
                <a:latin typeface="Arial" panose="020B0604020202020204" pitchFamily="34" charset="0"/>
                <a:cs typeface="Arial" panose="020B0604020202020204" pitchFamily="34" charset="0"/>
              </a:rPr>
              <a:t>                                                                                                                   zzz</a:t>
            </a:r>
            <a:endParaRPr lang="en-IN" sz="1600" dirty="0">
              <a:latin typeface="Arial" panose="020B0604020202020204" pitchFamily="34" charset="0"/>
              <a:cs typeface="Arial" panose="020B0604020202020204" pitchFamily="34" charset="0"/>
            </a:endParaRPr>
          </a:p>
          <a:p>
            <a:endParaRPr lang="en-US" sz="3200" dirty="0">
              <a:latin typeface="Bahnschrift Condensed" panose="020B0502040204020203" pitchFamily="34" charset="0"/>
            </a:endParaRPr>
          </a:p>
        </p:txBody>
      </p:sp>
    </p:spTree>
    <p:extLst>
      <p:ext uri="{BB962C8B-B14F-4D97-AF65-F5344CB8AC3E}">
        <p14:creationId xmlns:p14="http://schemas.microsoft.com/office/powerpoint/2010/main" val="1614522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63BCD-8334-E0D8-225A-1D7E33204582}"/>
              </a:ext>
            </a:extLst>
          </p:cNvPr>
          <p:cNvSpPr>
            <a:spLocks noGrp="1"/>
          </p:cNvSpPr>
          <p:nvPr>
            <p:ph type="title"/>
          </p:nvPr>
        </p:nvSpPr>
        <p:spPr>
          <a:xfrm>
            <a:off x="1632858" y="-268957"/>
            <a:ext cx="9720942" cy="1107157"/>
          </a:xfrm>
        </p:spPr>
        <p:txBody>
          <a:bodyPr>
            <a:normAutofit/>
          </a:bodyPr>
          <a:lstStyle/>
          <a:p>
            <a:endParaRPr lang="en-IN" sz="2800" dirty="0">
              <a:latin typeface="Bahnschrift Condensed" panose="020B0502040204020203" pitchFamily="34" charset="0"/>
            </a:endParaRPr>
          </a:p>
        </p:txBody>
      </p:sp>
      <p:sp>
        <p:nvSpPr>
          <p:cNvPr id="3" name="Content Placeholder 2">
            <a:extLst>
              <a:ext uri="{FF2B5EF4-FFF2-40B4-BE49-F238E27FC236}">
                <a16:creationId xmlns:a16="http://schemas.microsoft.com/office/drawing/2014/main" id="{9439FABB-D264-FCE7-85DA-FEB349EBF917}"/>
              </a:ext>
            </a:extLst>
          </p:cNvPr>
          <p:cNvSpPr>
            <a:spLocks noGrp="1"/>
          </p:cNvSpPr>
          <p:nvPr>
            <p:ph idx="1"/>
          </p:nvPr>
        </p:nvSpPr>
        <p:spPr>
          <a:xfrm>
            <a:off x="362150" y="416688"/>
            <a:ext cx="10515600" cy="5781781"/>
          </a:xfrm>
        </p:spPr>
        <p:txBody>
          <a:bodyPr>
            <a:noAutofit/>
          </a:bodyPr>
          <a:lstStyle/>
          <a:p>
            <a:pPr marL="457200" lvl="1" indent="0" algn="just">
              <a:buNone/>
            </a:pP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018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661FF-56FC-2247-DA77-B310068B0D8E}"/>
              </a:ext>
            </a:extLst>
          </p:cNvPr>
          <p:cNvSpPr>
            <a:spLocks noGrp="1"/>
          </p:cNvSpPr>
          <p:nvPr>
            <p:ph type="title"/>
          </p:nvPr>
        </p:nvSpPr>
        <p:spPr>
          <a:xfrm>
            <a:off x="0" y="-1"/>
            <a:ext cx="11353800" cy="816429"/>
          </a:xfrm>
        </p:spPr>
        <p:txBody>
          <a:bodyPr>
            <a:normAutofit/>
          </a:bodyPr>
          <a:lstStyle/>
          <a:p>
            <a:endParaRPr lang="en-IN" sz="4000"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5C389732-8101-F0F4-0B7A-DE8E3D711D05}"/>
              </a:ext>
            </a:extLst>
          </p:cNvPr>
          <p:cNvSpPr>
            <a:spLocks noGrp="1"/>
          </p:cNvSpPr>
          <p:nvPr>
            <p:ph idx="1"/>
          </p:nvPr>
        </p:nvSpPr>
        <p:spPr>
          <a:xfrm>
            <a:off x="130629" y="631371"/>
            <a:ext cx="11223171" cy="5545592"/>
          </a:xfrm>
        </p:spPr>
        <p:txBody>
          <a:bodyPr>
            <a:normAutofit/>
          </a:bodyPr>
          <a:lstStyle/>
          <a:p>
            <a:pPr marL="0" indent="0">
              <a:buNone/>
            </a:pPr>
            <a:endParaRPr lang="en-US" dirty="0"/>
          </a:p>
        </p:txBody>
      </p:sp>
    </p:spTree>
    <p:extLst>
      <p:ext uri="{BB962C8B-B14F-4D97-AF65-F5344CB8AC3E}">
        <p14:creationId xmlns:p14="http://schemas.microsoft.com/office/powerpoint/2010/main" val="36320803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TotalTime>
  <Words>344</Words>
  <Application>Microsoft Office PowerPoint</Application>
  <PresentationFormat>Widescreen</PresentationFormat>
  <Paragraphs>16</Paragraphs>
  <Slides>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vt:i4>
      </vt:variant>
    </vt:vector>
  </HeadingPairs>
  <TitlesOfParts>
    <vt:vector size="11" baseType="lpstr">
      <vt:lpstr>Arial</vt:lpstr>
      <vt:lpstr>Arial Narrow</vt:lpstr>
      <vt:lpstr>Arial Rounded MT Bold</vt:lpstr>
      <vt:lpstr>Bahnschrift Condensed</vt:lpstr>
      <vt:lpstr>Bahnschrift SemiBold Condensed</vt:lpstr>
      <vt:lpstr>Calibri</vt:lpstr>
      <vt:lpstr>Calibri Light</vt:lpstr>
      <vt:lpstr>Office Theme</vt:lpstr>
      <vt:lpstr>SKIN DISEASE DETECTION USING PYTHON AND DEEP LEARNING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Thiruveedula Sravanthi</dc:creator>
  <cp:lastModifiedBy>Thiruveedula Sravanthi</cp:lastModifiedBy>
  <cp:revision>5</cp:revision>
  <dcterms:created xsi:type="dcterms:W3CDTF">2026-04-16T14:42:37Z</dcterms:created>
  <dcterms:modified xsi:type="dcterms:W3CDTF">2026-04-16T18:53:43Z</dcterms:modified>
</cp:coreProperties>
</file>